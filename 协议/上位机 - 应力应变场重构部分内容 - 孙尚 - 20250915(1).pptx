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5" r:id="rId6"/>
    <p:sldId id="261" r:id="rId7"/>
    <p:sldId id="262" r:id="rId8"/>
    <p:sldId id="263" r:id="rId9"/>
    <p:sldId id="266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B9FE"/>
    <a:srgbClr val="1680F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7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B047-D204-4CF6-98A5-85BFE0584197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3A80B-178C-477D-974C-A453DAD615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228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B047-D204-4CF6-98A5-85BFE0584197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3A80B-178C-477D-974C-A453DAD615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316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B047-D204-4CF6-98A5-85BFE0584197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3A80B-178C-477D-974C-A453DAD615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39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B047-D204-4CF6-98A5-85BFE0584197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3A80B-178C-477D-974C-A453DAD615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714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B047-D204-4CF6-98A5-85BFE0584197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3A80B-178C-477D-974C-A453DAD615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733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B047-D204-4CF6-98A5-85BFE0584197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3A80B-178C-477D-974C-A453DAD615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560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B047-D204-4CF6-98A5-85BFE0584197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3A80B-178C-477D-974C-A453DAD615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644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B047-D204-4CF6-98A5-85BFE0584197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3A80B-178C-477D-974C-A453DAD615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450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B047-D204-4CF6-98A5-85BFE0584197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3A80B-178C-477D-974C-A453DAD615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587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B047-D204-4CF6-98A5-85BFE0584197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3A80B-178C-477D-974C-A453DAD615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659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B047-D204-4CF6-98A5-85BFE0584197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3A80B-178C-477D-974C-A453DAD615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381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DB047-D204-4CF6-98A5-85BFE0584197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3A80B-178C-477D-974C-A453DAD615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575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39611" y="2509284"/>
            <a:ext cx="41344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 smtClean="0"/>
              <a:t>应力场重构部分</a:t>
            </a:r>
            <a:endParaRPr lang="zh-CN" alt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1953010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20" y="346853"/>
            <a:ext cx="7628571" cy="217142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5" name="文本框 4"/>
          <p:cNvSpPr txBox="1"/>
          <p:nvPr/>
        </p:nvSpPr>
        <p:spPr>
          <a:xfrm>
            <a:off x="184297" y="3804908"/>
            <a:ext cx="38348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pc="100" dirty="0" smtClean="0"/>
              <a:t>代码中读取数据原本读取的是我整理好的数据，</a:t>
            </a:r>
            <a:endParaRPr lang="en-US" altLang="zh-CN" spc="100" dirty="0" smtClean="0"/>
          </a:p>
          <a:p>
            <a:r>
              <a:rPr lang="zh-CN" altLang="en-US" spc="100" dirty="0" smtClean="0"/>
              <a:t>这部分改成</a:t>
            </a:r>
            <a:r>
              <a:rPr lang="en-US" altLang="zh-CN" spc="100" dirty="0" smtClean="0"/>
              <a:t>FBG</a:t>
            </a:r>
            <a:r>
              <a:rPr lang="zh-CN" altLang="en-US" spc="100" dirty="0" smtClean="0"/>
              <a:t>解调仪接收到的数据吧，每一次读取某时某刻所有通道（</a:t>
            </a:r>
            <a:r>
              <a:rPr lang="en-US" altLang="zh-CN" spc="100" dirty="0" smtClean="0"/>
              <a:t>CH*-*)</a:t>
            </a:r>
            <a:r>
              <a:rPr lang="zh-CN" altLang="en-US" spc="100" dirty="0" smtClean="0"/>
              <a:t>所有点位的数据。</a:t>
            </a:r>
            <a:endParaRPr lang="zh-CN" altLang="en-US" spc="100" dirty="0"/>
          </a:p>
        </p:txBody>
      </p:sp>
      <p:sp>
        <p:nvSpPr>
          <p:cNvPr id="7" name="文本框 6"/>
          <p:cNvSpPr txBox="1"/>
          <p:nvPr/>
        </p:nvSpPr>
        <p:spPr>
          <a:xfrm>
            <a:off x="1127051" y="6096212"/>
            <a:ext cx="4217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>
                <a:solidFill>
                  <a:schemeClr val="accent1">
                    <a:lumMod val="50000"/>
                  </a:schemeClr>
                </a:solidFill>
              </a:rPr>
              <a:t>CHa</a:t>
            </a:r>
            <a:r>
              <a:rPr lang="en-US" altLang="zh-CN" dirty="0" smtClean="0">
                <a:solidFill>
                  <a:schemeClr val="accent1">
                    <a:lumMod val="50000"/>
                  </a:schemeClr>
                </a:solidFill>
              </a:rPr>
              <a:t>-b</a:t>
            </a:r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</a:rPr>
              <a:t>：</a:t>
            </a:r>
            <a:r>
              <a:rPr lang="en-US" altLang="zh-CN" dirty="0" smtClean="0">
                <a:solidFill>
                  <a:schemeClr val="accent1">
                    <a:lumMod val="50000"/>
                  </a:schemeClr>
                </a:solidFill>
              </a:rPr>
              <a:t>a</a:t>
            </a:r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</a:rPr>
              <a:t>通道，第</a:t>
            </a:r>
            <a:r>
              <a:rPr lang="en-US" altLang="zh-CN" dirty="0" smtClean="0">
                <a:solidFill>
                  <a:schemeClr val="accent1">
                    <a:lumMod val="50000"/>
                  </a:schemeClr>
                </a:solidFill>
              </a:rPr>
              <a:t>b</a:t>
            </a:r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</a:rPr>
              <a:t>个监测点位的数据</a:t>
            </a:r>
            <a:endParaRPr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929000" y="39092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代码部分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404075" y="3351556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修改</a:t>
            </a:r>
            <a:endParaRPr lang="zh-CN" altLang="en-US" sz="2000" b="1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9211" y="59818"/>
            <a:ext cx="2921924" cy="430172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2737" y="3630617"/>
            <a:ext cx="7536899" cy="2359111"/>
          </a:xfrm>
          <a:prstGeom prst="rect">
            <a:avLst/>
          </a:prstGeom>
        </p:spPr>
      </p:pic>
      <p:cxnSp>
        <p:nvCxnSpPr>
          <p:cNvPr id="12" name="直接箭头连接符 11"/>
          <p:cNvCxnSpPr/>
          <p:nvPr/>
        </p:nvCxnSpPr>
        <p:spPr>
          <a:xfrm>
            <a:off x="6514491" y="941054"/>
            <a:ext cx="2417135" cy="29062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337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3536" y="844253"/>
            <a:ext cx="6918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然后软件页面上能不能给我做这样一个页面，我可以给每个传感器设置相应的位置坐标和固定方向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829340" y="2445488"/>
            <a:ext cx="1107996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监测点位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526466" y="2445488"/>
            <a:ext cx="883575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l-GR" altLang="zh-CN" dirty="0" smtClean="0"/>
              <a:t>Θ</a:t>
            </a:r>
            <a:r>
              <a:rPr lang="en-US" altLang="zh-CN" dirty="0" smtClean="0"/>
              <a:t>:____°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2242136" y="2445488"/>
            <a:ext cx="1141659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X:____mm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4883039" y="2445856"/>
            <a:ext cx="2194832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对应</a:t>
            </a:r>
            <a:r>
              <a:rPr lang="en-US" altLang="zh-CN" dirty="0" smtClean="0"/>
              <a:t>FBG</a:t>
            </a:r>
            <a:r>
              <a:rPr lang="zh-CN" altLang="en-US" dirty="0" smtClean="0"/>
              <a:t>传感器编号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7617267" y="2445488"/>
            <a:ext cx="923651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CH__:__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2125420" y="2001728"/>
            <a:ext cx="2512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我可以填写位置信息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6899439" y="2001728"/>
            <a:ext cx="2512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我可以选择或者填写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4250891" y="74811"/>
            <a:ext cx="34591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监测数据就和监测点位对应</a:t>
            </a:r>
            <a:endParaRPr lang="zh-CN" altLang="en-US" sz="20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829340" y="3058632"/>
            <a:ext cx="1107996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监测方向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2242136" y="3058632"/>
            <a:ext cx="1547218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Axial or Hoop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1332195" y="4942477"/>
            <a:ext cx="9417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这样的话我的监测数据和监测点位的信息可以对应上了，可用监测数据进行后续的重构工作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6547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57613" y="128587"/>
            <a:ext cx="4679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以下是需要在软件页面中我能够设置的参数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86" y="814500"/>
            <a:ext cx="8571428" cy="1800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22130" y="2816966"/>
            <a:ext cx="1107996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弹性模量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734926" y="2816966"/>
            <a:ext cx="736099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E</a:t>
            </a:r>
            <a:r>
              <a:rPr lang="en-US" altLang="zh-CN" dirty="0" smtClean="0"/>
              <a:t>:____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322130" y="3388764"/>
            <a:ext cx="877163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泊松比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734926" y="3388764"/>
            <a:ext cx="873957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nu:____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130" y="4050592"/>
            <a:ext cx="4800000" cy="1371429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74517" y="5633985"/>
            <a:ext cx="1124026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管道半径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787313" y="5633985"/>
            <a:ext cx="1659429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radius:____mm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2178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803" y="369232"/>
            <a:ext cx="6971428" cy="308571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43875" y="4067455"/>
            <a:ext cx="3020379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v</a:t>
            </a:r>
            <a:r>
              <a:rPr lang="en-US" altLang="zh-CN" dirty="0" smtClean="0"/>
              <a:t>on Mises</a:t>
            </a:r>
            <a:r>
              <a:rPr lang="zh-CN" altLang="en-US" dirty="0" smtClean="0"/>
              <a:t>等效应力安全阈值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190271" y="4067455"/>
            <a:ext cx="1018227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____</a:t>
            </a:r>
            <a:r>
              <a:rPr lang="en-US" altLang="zh-CN" dirty="0" err="1" smtClean="0"/>
              <a:t>Mpa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4761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15835" y="2537638"/>
            <a:ext cx="52629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 smtClean="0"/>
              <a:t>轴向应变场重构部分</a:t>
            </a:r>
            <a:endParaRPr lang="zh-CN" alt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487488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78" y="1702928"/>
            <a:ext cx="6285714" cy="942857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608521" y="3934047"/>
            <a:ext cx="6532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读取数据部分修改与应力场部分相同，他们都是用的相同数据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4996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59" y="956798"/>
            <a:ext cx="6514286" cy="142857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470517" y="1501464"/>
            <a:ext cx="1124026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管道半径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883313" y="1501464"/>
            <a:ext cx="1659429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radius:____mm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757613" y="128587"/>
            <a:ext cx="4679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以下是需要在软件页面中我能够设置的参数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8206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19649" y="2388782"/>
            <a:ext cx="58288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 smtClean="0"/>
              <a:t>数据分析页面展示内容</a:t>
            </a:r>
            <a:endParaRPr lang="zh-CN" alt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084021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8335" y="765543"/>
            <a:ext cx="85443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软件中数据分析页面给出监测数据最大值出现处的应力场、应变场重构</a:t>
            </a:r>
            <a:r>
              <a:rPr lang="en-US" altLang="zh-CN" dirty="0" smtClean="0"/>
              <a:t>3D</a:t>
            </a:r>
            <a:r>
              <a:rPr lang="zh-CN" altLang="en-US" dirty="0" smtClean="0"/>
              <a:t>示意图，</a:t>
            </a:r>
            <a:endParaRPr lang="en-US" altLang="zh-CN" dirty="0" smtClean="0"/>
          </a:p>
          <a:p>
            <a:r>
              <a:rPr lang="zh-CN" altLang="en-US" dirty="0" smtClean="0"/>
              <a:t>如果等效应力超出最大阈值，则标红突出表示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13" y="1522082"/>
            <a:ext cx="4385891" cy="4207206"/>
          </a:xfrm>
          <a:prstGeom prst="rect">
            <a:avLst/>
          </a:prstGeom>
        </p:spPr>
      </p:pic>
      <p:cxnSp>
        <p:nvCxnSpPr>
          <p:cNvPr id="5" name="直接箭头连接符 4"/>
          <p:cNvCxnSpPr/>
          <p:nvPr/>
        </p:nvCxnSpPr>
        <p:spPr>
          <a:xfrm flipV="1">
            <a:off x="3459126" y="2421732"/>
            <a:ext cx="2684499" cy="427794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142271" y="2237066"/>
            <a:ext cx="3664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图中标红区域是超出阈值区域</a:t>
            </a:r>
            <a:endParaRPr lang="zh-CN" altLang="en-US" dirty="0"/>
          </a:p>
        </p:txBody>
      </p:sp>
      <p:sp>
        <p:nvSpPr>
          <p:cNvPr id="4" name="椭圆 3"/>
          <p:cNvSpPr/>
          <p:nvPr/>
        </p:nvSpPr>
        <p:spPr>
          <a:xfrm rot="1517498">
            <a:off x="1934418" y="2437155"/>
            <a:ext cx="1658679" cy="64066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300716" y="3820633"/>
            <a:ext cx="1658679" cy="559981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1272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256</Words>
  <Application>Microsoft Office PowerPoint</Application>
  <PresentationFormat>宽屏</PresentationFormat>
  <Paragraphs>36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孙尚</dc:creator>
  <cp:lastModifiedBy>孙尚</cp:lastModifiedBy>
  <cp:revision>13</cp:revision>
  <dcterms:created xsi:type="dcterms:W3CDTF">2025-09-15T03:22:32Z</dcterms:created>
  <dcterms:modified xsi:type="dcterms:W3CDTF">2025-09-15T11:47:11Z</dcterms:modified>
</cp:coreProperties>
</file>